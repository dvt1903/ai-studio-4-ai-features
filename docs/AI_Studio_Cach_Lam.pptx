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Studio — Cách xây dựng web với 4 chức năng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React gọi API FastAPI • Mô hình nạp một lần • JSON + SSE cho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01  ResNet-18 — Nhận diện 5 loài hoa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60903"/>
            <a:ext cx="107899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02  YOLO11n — Phát hiện 80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47287"/>
            <a:ext cx="107899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03  CLIP ViT-B/32 + FAISS — Tìm kiếm ảnh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33672"/>
            <a:ext cx="107899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04  Qwen2.5-0.5B + MiniLM — RAG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663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Cách chạy: start.bat hoặc start.sh</a:t>
            </a:r>
          </a:p>
          <a:p>
            <a:pPr>
              <a:defRPr sz="1500"/>
            </a:pPr>
            <a:r>
              <a:t>Dữ liệu và mô hình tải tự động lần đầu • Accuracy hoa: 90,19% / 367 ảnh test</a:t>
            </a:r>
          </a:p>
          <a:p>
            <a:pPr>
              <a:defRPr sz="1500"/>
            </a:pPr>
            <a:r>
              <a:t>Cấu trúc: core (AI) → api (FastAPI) → web (React) • README có ảnh giao diện và hướng dẫn chạy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